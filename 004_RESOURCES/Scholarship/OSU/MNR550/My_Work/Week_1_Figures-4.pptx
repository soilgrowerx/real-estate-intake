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76985" autoAdjust="0"/>
  </p:normalViewPr>
  <p:slideViewPr>
    <p:cSldViewPr>
      <p:cViewPr varScale="1">
        <p:scale>
          <a:sx n="76" d="100"/>
          <a:sy n="76" d="100"/>
        </p:scale>
        <p:origin x="63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B4718-164C-49E8-AD83-785FBF96A5E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A1DC3-9BD5-4433-A0B5-388136EC7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9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1.  Cores of ocean sediments offer a continuous record of indicators related to global climate.  Here, the indicator is the ratio of </a:t>
            </a:r>
            <a:r>
              <a:rPr lang="en-US" sz="120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isotopes of oxygen found in the shells of ocean dwelling organisms.  The wider the ratio, the cooler the temperature when the shells were formed.  The y-axis on the left is that ratio, which is translated into relative temperature (on the right).  The x-axis is time before present in millions of years.  The global temperature was relatively high 50 million years ago and has become much cooler and more variable in the last 4 million </a:t>
            </a:r>
            <a:r>
              <a:rPr lang="en-US" sz="120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years</a:t>
            </a:r>
            <a:r>
              <a:rPr lang="en-US" sz="120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Zachos</a:t>
            </a:r>
            <a:r>
              <a:rPr lang="en-US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J.C., G.R. Dickens and R.E. </a:t>
            </a:r>
            <a:r>
              <a:rPr lang="en-US" sz="12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Zeebe</a:t>
            </a:r>
            <a:r>
              <a:rPr lang="en-US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2008. An early Cenozoic perspective on greenhouse warming and carbon-cycle dynamics. Nature. 451:279-283.</a:t>
            </a:r>
            <a:endParaRPr lang="en-US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A1DC3-9BD5-4433-A0B5-388136EC71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43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data is from an ice core</a:t>
            </a:r>
            <a:r>
              <a:rPr lang="en-US" baseline="0" dirty="0" smtClean="0"/>
              <a:t> in Antarctica.  The v</a:t>
            </a:r>
            <a:r>
              <a:rPr lang="en-US" dirty="0" smtClean="0"/>
              <a:t>ariation (</a:t>
            </a:r>
            <a:r>
              <a:rPr lang="en-US" sz="1100" dirty="0" smtClean="0"/>
              <a:t>degrees</a:t>
            </a:r>
            <a:r>
              <a:rPr lang="en-US" sz="1100" baseline="0" dirty="0" smtClean="0"/>
              <a:t> </a:t>
            </a:r>
            <a:r>
              <a:rPr lang="en-US" dirty="0" smtClean="0"/>
              <a:t>C) is </a:t>
            </a:r>
            <a:r>
              <a:rPr lang="en-US" baseline="0" dirty="0" smtClean="0"/>
              <a:t> an indicator of global climate change over the last 4 glacial-interglacial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A1DC3-9BD5-4433-A0B5-388136EC71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31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reduction in forest area during the last glacial maximum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A1DC3-9BD5-4433-A0B5-388136EC71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09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A1DC3-9BD5-4433-A0B5-388136EC71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1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1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9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3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3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7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9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4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29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415D6-A300-4B39-827C-32D55B9D2C20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4ABFC-CC92-4783-8DCA-9F09E7A12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9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76200"/>
            <a:ext cx="8820150" cy="67201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6426982"/>
            <a:ext cx="2012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Zachos</a:t>
            </a:r>
            <a:r>
              <a:rPr lang="en-US" dirty="0" smtClean="0"/>
              <a:t> et al. 2008)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6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5943600"/>
            <a:ext cx="5715000" cy="914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https://agwobserver.wordpress.com/2009/08/24/rising-carbon-dioxide-concentration-stops-the-glacialinterglacial-cycle/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49" y="304800"/>
            <a:ext cx="8656765" cy="5046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57400" y="5486400"/>
            <a:ext cx="3991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2. Last 4 glacial-interglacial cycles.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1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55317" y="6172200"/>
            <a:ext cx="4788683" cy="768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http://www.esd.ornl.gov/projects/qen/lastgla.gif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6433" y="533400"/>
            <a:ext cx="6402099" cy="403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703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3.  Simulated distribution of forests at the last glacial maximum.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69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11774" y="-1293161"/>
            <a:ext cx="6362865" cy="91015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3794" y="7010400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Lamb 1974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-21383" y="6446154"/>
            <a:ext cx="843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Figure 4. Indication of tree line shifts associated with cooling trend since the height of the current interglacial period(Lamb 1974).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58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3366</TotalTime>
  <Words>243</Words>
  <Application>Microsoft Office PowerPoint</Application>
  <PresentationFormat>On-screen Show (4:3)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Oregon State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Turner, David</dc:creator>
  <cp:lastModifiedBy>Turner, David</cp:lastModifiedBy>
  <cp:revision>28</cp:revision>
  <dcterms:created xsi:type="dcterms:W3CDTF">2015-11-02T23:23:44Z</dcterms:created>
  <dcterms:modified xsi:type="dcterms:W3CDTF">2019-01-17T23:17:26Z</dcterms:modified>
</cp:coreProperties>
</file>